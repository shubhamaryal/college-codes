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33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</a:t>
            </a:r>
            <a:r>
              <a:rPr lang="en-US" sz="54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</a:t>
            </a:r>
            <a:r>
              <a:rPr lang="en-US" sz="54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demo comparing two </a:t>
            </a:r>
            <a:r>
              <a:rPr lang="en-US" sz="20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search algorithms to the same optimal route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87534" y="3968685"/>
            <a:ext cx="9144000" cy="2523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200" dirty="0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</a:t>
            </a:r>
            <a:r>
              <a:rPr lang="en-US" sz="1200" dirty="0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Aryal</a:t>
            </a:r>
            <a:r>
              <a:rPr lang="en-US" sz="1200" dirty="0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 KAN 080 BCT 058]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r>
              <a:rPr lang="en-US" sz="1200" dirty="0" err="1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Siddhanta</a:t>
            </a:r>
            <a:r>
              <a:rPr lang="en-US" sz="1200" dirty="0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Mani Pandey [ KAN 080 BCT 060]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Supreme </a:t>
            </a:r>
            <a:r>
              <a:rPr lang="en-US" sz="1200" dirty="0" err="1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Adhikari</a:t>
            </a:r>
            <a:r>
              <a:rPr lang="en-US" sz="1200" dirty="0" smtClean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[KAN 080 BCT  066]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REAL-LIFE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shortest route on a map full of obstacles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0182C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C6E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navigation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Google/Apple Maps route you from A to B around closed roads and traffic.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0182C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8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&amp; drone motion planning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warehouse robot or drone must reach a target while avoiding shelves, walls, people.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0182C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C6E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42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AI pathing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NPCs and units in games navigate maps full of terrain and obstacles in real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8862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0182C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8A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142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routing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7548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packets are routed through the cheapest path across a graph of routers.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reduce to the same abstract question: on a grid / graph with weighted edges, what is the cheapest path from a start node to a goal node?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Dijkstra's Algorithm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Uninformed search: expands the cheapest-so-far node, in every direction, until it stumbles onto the goal.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10182C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97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priority queue of nodes, ordered by total cost-so-far from the start.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387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5387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 cheapest node; mark it visited; this cost is now final (proven shortest).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79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37997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its neighbors: if reaching a neighbor through this node is cheaper, update its cost.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212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522122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goal is popped — guaranteed to be the shortest path.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0F1730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29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function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2697480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10182C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2697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priority(n) = </a:t>
            </a:r>
            <a:r>
              <a:rPr lang="en-US" sz="2200" b="1" dirty="0">
                <a:solidFill>
                  <a:srgbClr val="4C6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g(n)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703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 = exact cost accumulated from the start to node 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sense of direction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7091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Dijkstra only looks at cost-so-far, it explores equally in every direction — like ripples spreading in a pond — even the half of the map that points away from the goal.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Search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search: adds a heuristic estimate of remaining distance, so the search 'leans' toward the goal.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10182C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97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priority-queue structure as Dijkstra — but rank by cost-so-far PLUS an estimate of what's left.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387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5387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 (heuristic) is typically Manhattan or Euclidean distance to the goal.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79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37997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that look 'closer to the goal' get explored first, pruning the search cone.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212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522122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long as the heuristic never overestimates (is 'admissible'), the path found is still optimal.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659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0F1730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29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function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2697480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10182C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2697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priority(n) = </a:t>
            </a:r>
            <a:r>
              <a:rPr lang="en-US" sz="2200" b="1" dirty="0">
                <a:solidFill>
                  <a:srgbClr val="4C6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g(n)</a:t>
            </a:r>
            <a:r>
              <a:rPr lang="en-US" sz="2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22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h(n)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703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heuristic estimate of the remaining cost from n to the goal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built-in compass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7091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heuristic acts like a compass pointing at the goal, so A* forms a narrow, directed cone of exploration instead of a wide circle.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7377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 err="1" smtClean="0">
                <a:solidFill>
                  <a:srgbClr val="94A2C4"/>
                </a:solidFill>
                <a:latin typeface="Courier New" pitchFamily="34" charset="0"/>
                <a:cs typeface="Courier New" pitchFamily="34" charset="-120"/>
              </a:rPr>
              <a:t>Comparision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9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guarantee, different amount of work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6634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C6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8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Uninformed (blind)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(goal-aware)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g(n) — cost so far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g(n) + h(n) — cost so far + estimate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Expands evenly outward (circle)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Expands toward the goal (cone)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path?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always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if heuristic is admissible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9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Unweighted / unknown-goal-direction graphs, network routing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94A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Maps, games, robotics — anywhere direction to goal is 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are guaranteed to find the shortest path — A* just usually gets there having looked at far fewer nodes.</a:t>
            </a:r>
            <a:endParaRPr lang="en-US" sz="1300" dirty="0"/>
          </a:p>
        </p:txBody>
      </p:sp>
      <p:sp>
        <p:nvSpPr>
          <p:cNvPr id="4" name="Text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ANIMATED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the search frontiers race in real time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maze, same start/goal. Blue = Dijkstra's frontier, orange = A*'s frontier, green = final shortest path.</a:t>
            </a:r>
            <a:endParaRPr lang="en-US" sz="1400" dirty="0"/>
          </a:p>
        </p:txBody>
      </p:sp>
      <p:pic>
        <p:nvPicPr>
          <p:cNvPr id="5" name="Image 0" descr="demo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783080"/>
            <a:ext cx="9326880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6355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number of nodes expanded, Dijkstra's frontier is a wide blob covering both useful and useless territory — A*'s frontier is a narrow funnel aimed straight at the goal.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· SEARCH EFFORT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consistently expands fewer nodes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over 8 random mazes per grid size (22% obstacle density). Both algorithms always returned the identical optimal path length.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benchmar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10607040" cy="3886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a 46% reduction in nodes explored on the largest 60×60 grid — the gap widens as the map grows.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· RUNTIME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work translates directly into wall-clock speed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runtime in milliseconds. This is a pure Python implementation — the gap would be even more pronounced on larger, real-world maps.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22305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runtim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10607040" cy="3886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60×60 grid, A* finished roughly 17× faster than Dijkstra (3.4 ms vs 58 ms average).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should you actually use?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10182C"/>
          </a:solidFill>
          <a:ln w="12700">
            <a:solidFill>
              <a:srgbClr val="4C6EF5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Dijkstra when...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don't have (or can't trust) a good heuristic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need shortest paths to EVERY node, not just one goal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graph has no useful notion of 'direction' (e.g. abstract networks)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10182C"/>
          </a:solidFill>
          <a:ln w="12700">
            <a:solidFill>
              <a:srgbClr val="FF8A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A* when...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have one specific goal and a sensible distance estimate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200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Performance matters — maps, games, and robotics all default to A*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want Dijkstra's optimality guarantee without the wasted search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FURTHER READING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material &amp;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8872" cy="118872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Dijkstra, E. W. (1959)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600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Note on Two Problems in Connexion with Graphs.” Numerische Mathematik — the original paper.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8872" cy="118872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3500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Hart, Nilsson &amp; Raphael (1968)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3500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Formal Basis for the Heuristic Determination of Minimum Cost Paths.” IEEE — the original A* paper.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998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Blob Games — Introduction to A*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09981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redblobgames.com/pathfinding/a-star/introduction.html — the best interactive visual explainer available.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18872" cy="118872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8496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CLRS, “Introduction to Algorithms”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84962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 (Single-Source Shortest Paths) covers Dijkstra's algorithm and proofs rigorously.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118872" cy="118872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599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&amp; Norvig, “AI: A Modern Approach”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5994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(Solving Problems by Searching) — A*, heuristics, and admissibility/consistency.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349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9EE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CS221 / CS229 lecture notes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5349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heuristics lecture notes — free course material covering both algorithms with examples.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files: algorithms.py · benchmark.py · pathfinding_race.html (interactive demo)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1041</Words>
  <Application>Microsoft Office PowerPoint</Application>
  <PresentationFormat>Widescreen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</cp:lastModifiedBy>
  <cp:revision>3</cp:revision>
  <dcterms:created xsi:type="dcterms:W3CDTF">2026-08-26T07:58:15Z</dcterms:created>
  <dcterms:modified xsi:type="dcterms:W3CDTF">2026-08-29T05:45:54Z</dcterms:modified>
</cp:coreProperties>
</file>